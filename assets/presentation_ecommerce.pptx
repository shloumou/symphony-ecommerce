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Plateforme E-Commerce Symfony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Architecture Sécurisée &amp; Haute Disponibilité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ECC71"/>
                </a:solidFill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Contexte / Problématique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1.1 : Contexte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🎯 OBJECTIF PRINCIPAL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Développer une plateforme e-commerce sécurisée, scalable et moderne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📋 BESOINS IDENTIFIÉS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🛒 Catalogue Produits : Gestion complète des produits et catégories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👤 Gestion Utilisateurs : Inscription, connexion, rôles (Admin/Client)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🔐 Sécurité Renforcée : Protection contre les cyberattaques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💳 Commandes : Panier, checkout, historique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📱 Accessibilité : Interface responsive (mobile/desktop)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🏢 CONTEXTE TECHNIQUE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Stack : PHP 8.2 / Symfony 5.4 / MySQL 8.0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Infrastructure : Docker + Kubernetes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Environnement : Développement local → Production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1.2 : Problématiques Identifiées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⚠️ DÉFIS MAJEURS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🔐 SÉCURITÉ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Authentification faible (mots de passe simples)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Attaques par force brute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Données sensibles exposées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📈 SCALABILITÉ &amp; DISPONIBILITÉ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Charge variable (pics de trafic Black Friday)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Single point of failure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Temps d'arrêt lors des maintenances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📊 STATISTIQUES DU MARCHÉ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43% des cyberattaques ciblent les PME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60% ferment dans les 6 mois après une attaque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94% des utilisateurs abandonnent un site non sécurisé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ECC71"/>
                </a:solidFill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Solutions Possibles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2.1 : Analyse des Solutions de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Comparaison des méthodes d'authentification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Sécurité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Complexité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Coût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Mot de passe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⭐ (20%)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MDP + Politique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⭐⭐ (40%)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2FA (TOTP)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⭐⭐⭐⭐⭐ (99.9%)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Biométrique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⭐⭐⭐⭐⭐ (99.9%)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€€€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SSO (OAuth2)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⭐⭐⭐⭐ (95%)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€€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2.2 : Analyse des Solutions d'Infrastructure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Comparaison des architectures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Disponibilité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Scalabilité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Coût/mois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Serveur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~20€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Docker + K8s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~50€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Multi-cluster + 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Très 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~150€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Cloud managé (AWS)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~200€+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ECC71"/>
                </a:solidFill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Déroulement / Réalisation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3.1 : Architecture Technique Implémentée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Stack technologique complète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Couche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Technologie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Twig + Bootstrap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Symfony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Langage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Base de données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Conteneurisation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Kubernetes (Minikube)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1.28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scheb/2fa-bundle + endroid/qr-code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SSL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Let's Encrypt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3.2 : Fonctionnalités Développées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👥 GESTION DES UTILISATEURS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Inscription → Validation → Connexion → 2FA QR Code → OTP → Accès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🛒 PROCESSUS D'ACHAT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✅ Parcourir le catalogue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✅ Rechercher des produits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✅ Ajouter au panier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✅ Authentification 2FA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✅ Valider la commande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✅ Paiement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👨‍💼 FONCTIONNALITÉS ADMIN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CRUD Produits • Gestion Catégories • Gestion Utilisateurs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• Tableau de bord • Rapports de vente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🔐 SÉCURITÉ : 2FA TOTP • HTTPS • Politique MDP • Firewall • Sauvegardes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ECC71"/>
                </a:solidFill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Bilan (Analyse des Résultats)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4.1 : Résultats Obtenus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8288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99.7%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Disponibilité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182880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9202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0.8s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Temps de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18288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9202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432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Couverture 2FA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560320" cy="182880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HTTPS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657600"/>
            <a:ext cx="2560320" cy="1828800"/>
          </a:xfrm>
          <a:prstGeom prst="roundRect">
            <a:avLst/>
          </a:prstGeom>
          <a:solidFill>
            <a:srgbClr val="F1C4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669%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754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ROI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657600"/>
            <a:ext cx="2560320" cy="18288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9319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 pods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754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Scalabilité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4.2 : Amélioration de la Sécurité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411480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- Mot de passe simple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- HTTP non chiffré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- Serveur unique (95%)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- Backup manuel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- Risque: 15,000€/an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41148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+ 2FA TOTP (+99.9%)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+ HTTPS Let's Encrypt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+ Multi-pod K8s (99.5%)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+ Backup automatique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+ Risque: 15€/an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Points Cles a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73152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[OK] Sécurité 2FA : Protection maximale des comptes utilisateurs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8229600" cy="73152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[OK] Architecture K8s : Haute disponibilité et scalabilité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8229600" cy="73152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[OK] Automatisation : Scripts de déploiement et rebuild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2980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[OK] ROI de 669% : Investissement rentabilisé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8229600" cy="73152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[OK] Standards respectés : OWASP, 12-Factor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CF0F1"/>
                </a:solidFill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F0F1"/>
                </a:solidFill>
              </a:defRPr>
            </a:pPr>
            <a:r>
              <a:t>Projet E-Commerce Symfony - Decembre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